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1A"/>
                </a:solidFill>
                <a:latin typeface="Times New Roman"/>
              </a:rPr>
              <a:t>Crop Yield Prediction Using Indian
Agricultural and Weather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595959"/>
                </a:solidFill>
                <a:latin typeface="Times New Roman"/>
              </a:rPr>
              <a:t>M.Sc. / P.G. Diploma in Data Analytics — Domain Applications Project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3749039"/>
            <a:ext cx="5788152" cy="0"/>
          </a:xfrm>
          <a:prstGeom prst="line">
            <a:avLst/>
          </a:prstGeom>
          <a:ln w="19050">
            <a:solidFill>
              <a:srgbClr val="8C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Times New Roman"/>
              </a:rPr>
              <a:t>Motivation and 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8C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1A1A1A"/>
                </a:solidFill>
                <a:latin typeface="Times New Roman"/>
              </a:rPr>
              <a:t>•  Crop yield is central to food security, market pricing, and agricultural policy in India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1A1A1A"/>
                </a:solidFill>
                <a:latin typeface="Times New Roman"/>
              </a:rPr>
              <a:t>•  Traditional yield estimation (crop-cutting experiments, expert opinion) is slow and hard to scale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1A1A1A"/>
                </a:solidFill>
                <a:latin typeface="Times New Roman"/>
              </a:rPr>
              <a:t>•  Goal: build and compare machine learning models that predict crop yield from agricultural and weather variables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1A1A1A"/>
                </a:solidFill>
                <a:latin typeface="Times New Roman"/>
              </a:rPr>
              <a:t>•  Goal: identify which factors most strongly influence yield to support actionable, interpretable insight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1A1A1A"/>
                </a:solidFill>
                <a:latin typeface="Times New Roman"/>
              </a:rPr>
              <a:t>•  Business value: supports food security planning, commodity pricing, and targeted input allocation for farmers and policymakers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595959"/>
                </a:solidFill>
                <a:latin typeface="Times New Roman"/>
              </a:rPr>
              <a:t>Section I —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Times New Roman"/>
              </a:rPr>
              <a:t>Approach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8C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1A1A1A"/>
                </a:solidFill>
                <a:latin typeface="Times New Roman"/>
              </a:rPr>
              <a:t>•  Real-world Indian agricultural dataset: 19,690 records, 1997-2020, across states, seasons, and crop types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1A1A1A"/>
                </a:solidFill>
                <a:latin typeface="Times New Roman"/>
              </a:rPr>
              <a:t>•  Weather and input variables used: annual rainfall, fertilizer usage, pesticide usage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1A1A1A"/>
                </a:solidFill>
                <a:latin typeface="Times New Roman"/>
              </a:rPr>
              <a:t>•  Data cleaned and enriched (outlier handling, per-area normalization, log-transformed yield)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1A1A1A"/>
                </a:solidFill>
                <a:latin typeface="Times New Roman"/>
              </a:rPr>
              <a:t>•  Three regression models trained and compared: Linear Regression, Random Forest, Gradient Boosting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1A1A1A"/>
                </a:solidFill>
                <a:latin typeface="Times New Roman"/>
              </a:rPr>
              <a:t>•  Cross-validation and hyperparameter tuning applied to guard against overfitting and underfitting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595959"/>
                </a:solidFill>
                <a:latin typeface="Times New Roman"/>
              </a:rPr>
              <a:t>High-level description of the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Times New Roman"/>
              </a:rPr>
              <a:t>Demonstration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8C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595959"/>
                </a:solidFill>
                <a:latin typeface="Times New Roman"/>
              </a:rPr>
              <a:t>Live walkthrough of the notebook: EDA, model comparison, and final yield prediction for the upcoming season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/>
                        </a:rPr>
                        <a:t>Crop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/>
                        </a:rPr>
                        <a:t>State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/>
                        </a:rPr>
                        <a:t>Season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/>
                        </a:rPr>
                        <a:t>Predicted Yield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Puducherry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Kharif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Maize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Odisha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Kharif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2.02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Groundnut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Odisha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Kharif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Small millets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West Bengal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Kharif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Moong (Green Gram)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West Bengal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Kharif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Times New Roman"/>
              </a:rPr>
              <a:t>•  Main features shown: data cleaning pipeline, EDA visualizations, 3-model comparison, tuned Random Forest, next-season yield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595959"/>
                </a:solidFill>
                <a:latin typeface="Times New Roman"/>
              </a:rPr>
              <a:t>Demonstration of application, highlighting main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Times New Roman"/>
              </a:rPr>
              <a:t>Results and 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8C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/>
                        </a:rPr>
                        <a:t>Train R2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/>
                        </a:rPr>
                        <a:t>Test R2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Random Forest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65760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Times New Roman"/>
              </a:rPr>
              <a:t>•  Tuned Random Forest is the best model: Test R2 = 0.86, stable across cross-validation folds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Times New Roman"/>
              </a:rPr>
              <a:t>•  Crop type, state, and fertilizer intensity are stronger predictors than rainfall alone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Times New Roman"/>
              </a:rPr>
              <a:t>•  Ethical concerns addressed: regional data imbalance, market misuse risk, over-fertilization risk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Times New Roman"/>
              </a:rPr>
              <a:t>•  Supports decentralized, crop- and region-specific yield forecasting for farmers and policymakers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595959"/>
                </a:solidFill>
                <a:latin typeface="Times New Roman"/>
              </a:rPr>
              <a:t>Findings, business value, and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Pages>1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cp:category/>
  <dc:creator/>
  <cp:lastModifiedBy/>
  <dc:description/>
  <dcterms:created xsi:type="dcterms:W3CDTF">2026-07-22T10:58:12Z</dcterms:created>
  <dcterms:modified xsi:type="dcterms:W3CDTF">2026-07-22T11:10:12Z</dcterms:modified>
  <cp:revision>10</cp:revision>
</cp:coreProperties>
</file>